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1"/>
    <p:restoredTop sz="94606"/>
  </p:normalViewPr>
  <p:slideViewPr>
    <p:cSldViewPr snapToGrid="0">
      <p:cViewPr>
        <p:scale>
          <a:sx n="204" d="100"/>
          <a:sy n="204" d="100"/>
        </p:scale>
        <p:origin x="3656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9C5A0-D55A-7E42-A595-B0685F38705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05AF2-5B17-C04B-9351-606544AFD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5AF2-5B17-C04B-9351-606544AFD2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85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BEFD-1C98-BFA0-E108-49646E7E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519B2-4020-F7A0-F85E-284D01FFE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FB618-16FC-FDDC-A34F-2823863DF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CAB9-504A-4E9D-CAD8-BF9A73EE5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5AF2-5B17-C04B-9351-606544AFD2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5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CC24-BB19-7BD5-EE70-D2D5EC989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918E2-97CE-16A9-4678-E72D45919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4C90A-9E9C-FD46-58E1-9F4B8184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852F8-0819-00B6-E66A-E174BF6C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F4D1B-EDFD-D60D-461C-1C73EC14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7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82F0-F9D9-0FA0-E2C7-7B1F9794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A7D0B-E3C6-5A1D-6E0C-A9B6A7CBB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605FD-AB3E-DCAD-60CE-A92C7AE1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D73BA-116B-3EE5-A0A9-E4CF9B44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6FAB9-784B-E96E-E952-5A33DF07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5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BD2A-A3D6-6239-4B69-8D73F25A1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1E6-D0FB-CEE7-3DFD-9532FB9B7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FBB88-656C-1805-E312-2F6F95F6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61EAE-71DA-448B-2DFE-D40E1CE1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DA31F-505D-F3A7-45AD-D06D773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0A69-2BFE-6E50-720D-0C239974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A93C-9A3B-2921-ECD9-70365A6BE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00DDD-98AA-7B22-CB21-9141B1245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A20D6-5C02-9C01-3799-EBAD16EA6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53E67-0857-AD1A-C23B-00027679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61C8C-7B2F-2C60-F4B3-91D5DD02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2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E8D7-FB63-7D05-9757-073953C6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9481-9A3D-EEB9-2082-9E836C6AE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951CA-A1EE-A81D-7F82-65A8C0699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2B67D-68B2-6274-442F-862E0249A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2406D-1F24-1306-D03D-6049B466B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E3D40-560E-500F-B49D-5ED082E1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AFDAE5-1D7B-9CCE-CA5A-DAB409BB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55031-AC22-4422-FEF3-545C0D92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7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853D-DAB4-70CE-C90E-4E3E1D97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60B43-F906-D6AB-486A-3638BA29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71954-3A4B-FAD5-4AA8-0CDDF2F0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6035D-B3C5-B39C-CD1A-1850FB79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F45C1-578F-C59B-073A-20DDDF69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3D4D5C-4FFD-350F-81BF-948381B8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85BEB-FD60-D613-4049-1CC269F6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68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F9C9-BD1E-2365-50C9-B2FCE8AD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8C0C-1EBD-0967-B501-4D002B00F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C04A3-CA9C-6380-905C-6FC8DDF7B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16DEA-603D-621B-6AE2-EA829D83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D90A2-13B6-090A-DFB2-94B5122EB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5F0C9-5295-0B01-131F-3931415D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F9C6-3A9E-AA26-61B3-72ADC05D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B1B10-5DB4-61C2-E752-E95DD9F7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D90BF-6FF7-072E-EFE6-88FB59FDD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67CA3-A4BD-8BD1-464F-2193DD8F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37AB1-8B27-0FFB-B484-E6E095E0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B5A3A-2843-9351-5732-1995385E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3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C5EB-9728-A415-F193-B83FA68F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84C6A-8BD7-11FC-7821-4E4DF1437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9D76-5622-16BB-189A-C09BE161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3C43F-0AEB-6B41-B7CA-8380207F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77EF9-AD6B-0E05-D6BD-05BE99FF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4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24872-352C-1FE9-6D36-4C3AD3477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13B46-1D7E-1A39-74DD-AD8398055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2AC7-AAB6-A711-FFE4-E61C1089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BEE54-749A-3441-AFFF-004B3960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B0F38-B38A-C4CA-A911-C6C45015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7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F7EED-1B04-9C97-DECA-97133C855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BEE97-5EEC-4E8F-89C3-49E16BC64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70259-28E5-6BEB-6393-12B757D2D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99298-8C96-F34B-8151-705EEE53DE18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35F6B-35B8-5E32-25FC-CA6A65D15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77CA9-77DF-0540-8651-9F7F99733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9B73B-F3F6-F247-960A-7EF10F0FB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6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game&#10;&#10;AI-generated content may be incorrect.">
            <a:extLst>
              <a:ext uri="{FF2B5EF4-FFF2-40B4-BE49-F238E27FC236}">
                <a16:creationId xmlns:a16="http://schemas.microsoft.com/office/drawing/2014/main" id="{EFED8F16-FCB9-FCDC-2EE6-EF4DACF12F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48" t="11168" r="21737" b="19683"/>
          <a:stretch>
            <a:fillRect/>
          </a:stretch>
        </p:blipFill>
        <p:spPr>
          <a:xfrm>
            <a:off x="6330591" y="59633"/>
            <a:ext cx="3746626" cy="331701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5" name="Picture 14" descr="A black circle on a green and white checkered surface&#10;&#10;AI-generated content may be incorrect.">
            <a:extLst>
              <a:ext uri="{FF2B5EF4-FFF2-40B4-BE49-F238E27FC236}">
                <a16:creationId xmlns:a16="http://schemas.microsoft.com/office/drawing/2014/main" id="{9049279E-3D39-406D-04B1-2ADDA24F2A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05" t="6041" b="891"/>
          <a:stretch>
            <a:fillRect/>
          </a:stretch>
        </p:blipFill>
        <p:spPr>
          <a:xfrm>
            <a:off x="53099" y="59633"/>
            <a:ext cx="6159258" cy="331701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7" name="Picture 16" descr="A grid with numbers and squares&#10;&#10;AI-generated content may be incorrect.">
            <a:extLst>
              <a:ext uri="{FF2B5EF4-FFF2-40B4-BE49-F238E27FC236}">
                <a16:creationId xmlns:a16="http://schemas.microsoft.com/office/drawing/2014/main" id="{93844A48-0A9F-0B45-896F-7ED485E43D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1" r="56647"/>
          <a:stretch>
            <a:fillRect/>
          </a:stretch>
        </p:blipFill>
        <p:spPr>
          <a:xfrm>
            <a:off x="10200587" y="59633"/>
            <a:ext cx="1914940" cy="331701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23" name="Picture 22" descr="A grid with numbers and letters&#10;&#10;AI-generated content may be incorrect.">
            <a:extLst>
              <a:ext uri="{FF2B5EF4-FFF2-40B4-BE49-F238E27FC236}">
                <a16:creationId xmlns:a16="http://schemas.microsoft.com/office/drawing/2014/main" id="{0D83E710-AC75-E8C1-2AB6-F338FB955C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46" t="5134" r="-723" b="1650"/>
          <a:stretch>
            <a:fillRect/>
          </a:stretch>
        </p:blipFill>
        <p:spPr>
          <a:xfrm>
            <a:off x="53100" y="3429000"/>
            <a:ext cx="7855406" cy="3369367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310F9970-DC6B-FACA-5DCC-DBF9C3E422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506" y="3429000"/>
            <a:ext cx="4207021" cy="3369367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7" name="Picture 6" descr="A screenshot of a calendar&#10;&#10;AI-generated content may be incorrect.">
            <a:extLst>
              <a:ext uri="{FF2B5EF4-FFF2-40B4-BE49-F238E27FC236}">
                <a16:creationId xmlns:a16="http://schemas.microsoft.com/office/drawing/2014/main" id="{7DB3B740-0F94-A924-2415-F927F160C0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3355" y="5033586"/>
            <a:ext cx="1742662" cy="16791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9EAAB6-64C9-EE8F-E83A-2BA69A9F61A5}"/>
              </a:ext>
            </a:extLst>
          </p:cNvPr>
          <p:cNvSpPr txBox="1"/>
          <p:nvPr/>
        </p:nvSpPr>
        <p:spPr>
          <a:xfrm>
            <a:off x="53099" y="59633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D3DE70-C29C-0DA9-69AD-E75BF60E0761}"/>
              </a:ext>
            </a:extLst>
          </p:cNvPr>
          <p:cNvSpPr txBox="1"/>
          <p:nvPr/>
        </p:nvSpPr>
        <p:spPr>
          <a:xfrm>
            <a:off x="6330591" y="59633"/>
            <a:ext cx="548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96331E-C954-5FC4-F357-F694E64F18E3}"/>
              </a:ext>
            </a:extLst>
          </p:cNvPr>
          <p:cNvSpPr txBox="1"/>
          <p:nvPr/>
        </p:nvSpPr>
        <p:spPr>
          <a:xfrm>
            <a:off x="10167713" y="59632"/>
            <a:ext cx="503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66DCB6-2A93-3AAB-C263-7FC85A900EFB}"/>
              </a:ext>
            </a:extLst>
          </p:cNvPr>
          <p:cNvSpPr txBox="1"/>
          <p:nvPr/>
        </p:nvSpPr>
        <p:spPr>
          <a:xfrm>
            <a:off x="76473" y="3376643"/>
            <a:ext cx="548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D7C422-E362-8E61-81B4-5C0EBE5A7CC1}"/>
              </a:ext>
            </a:extLst>
          </p:cNvPr>
          <p:cNvSpPr txBox="1"/>
          <p:nvPr/>
        </p:nvSpPr>
        <p:spPr>
          <a:xfrm>
            <a:off x="7952072" y="3376644"/>
            <a:ext cx="503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F2BE6DF-6F70-031D-337B-6C8271741130}"/>
              </a:ext>
            </a:extLst>
          </p:cNvPr>
          <p:cNvSpPr/>
          <p:nvPr/>
        </p:nvSpPr>
        <p:spPr>
          <a:xfrm>
            <a:off x="8809883" y="5630570"/>
            <a:ext cx="399143" cy="384629"/>
          </a:xfrm>
          <a:custGeom>
            <a:avLst/>
            <a:gdLst>
              <a:gd name="csX0" fmla="*/ 0 w 399143"/>
              <a:gd name="csY0" fmla="*/ 192315 h 384629"/>
              <a:gd name="csX1" fmla="*/ 199572 w 399143"/>
              <a:gd name="csY1" fmla="*/ 0 h 384629"/>
              <a:gd name="csX2" fmla="*/ 399144 w 399143"/>
              <a:gd name="csY2" fmla="*/ 192315 h 384629"/>
              <a:gd name="csX3" fmla="*/ 199572 w 399143"/>
              <a:gd name="csY3" fmla="*/ 384630 h 384629"/>
              <a:gd name="csX4" fmla="*/ 0 w 399143"/>
              <a:gd name="csY4" fmla="*/ 192315 h 384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143" h="384629" extrusionOk="0">
                <a:moveTo>
                  <a:pt x="0" y="192315"/>
                </a:moveTo>
                <a:cubicBezTo>
                  <a:pt x="-1446" y="85210"/>
                  <a:pt x="79845" y="3568"/>
                  <a:pt x="199572" y="0"/>
                </a:cubicBezTo>
                <a:cubicBezTo>
                  <a:pt x="326397" y="3496"/>
                  <a:pt x="382749" y="86623"/>
                  <a:pt x="399144" y="192315"/>
                </a:cubicBezTo>
                <a:cubicBezTo>
                  <a:pt x="385962" y="311401"/>
                  <a:pt x="306721" y="401611"/>
                  <a:pt x="199572" y="384630"/>
                </a:cubicBezTo>
                <a:cubicBezTo>
                  <a:pt x="76919" y="377828"/>
                  <a:pt x="13728" y="305087"/>
                  <a:pt x="0" y="192315"/>
                </a:cubicBezTo>
                <a:close/>
              </a:path>
            </a:pathLst>
          </a:custGeom>
          <a:noFill/>
          <a:ln>
            <a:solidFill>
              <a:schemeClr val="accent6">
                <a:lumMod val="75000"/>
                <a:alpha val="37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5718">
              <a:srgbClr val="FF0000">
                <a:alpha val="30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A7C74B5-439F-DA58-E60C-6AFF112D42CD}"/>
              </a:ext>
            </a:extLst>
          </p:cNvPr>
          <p:cNvCxnSpPr>
            <a:cxnSpLocks/>
            <a:endCxn id="38" idx="7"/>
          </p:cNvCxnSpPr>
          <p:nvPr/>
        </p:nvCxnSpPr>
        <p:spPr>
          <a:xfrm flipH="1">
            <a:off x="9150573" y="4767131"/>
            <a:ext cx="924949" cy="919767"/>
          </a:xfrm>
          <a:prstGeom prst="straightConnector1">
            <a:avLst/>
          </a:prstGeom>
          <a:ln>
            <a:solidFill>
              <a:schemeClr val="accent1">
                <a:alpha val="61312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A1F4ED6-52CC-6341-3BC6-AAB585DD1166}"/>
              </a:ext>
            </a:extLst>
          </p:cNvPr>
          <p:cNvCxnSpPr>
            <a:cxnSpLocks/>
          </p:cNvCxnSpPr>
          <p:nvPr/>
        </p:nvCxnSpPr>
        <p:spPr>
          <a:xfrm flipH="1">
            <a:off x="9273996" y="5802086"/>
            <a:ext cx="1455889" cy="20799"/>
          </a:xfrm>
          <a:prstGeom prst="straightConnector1">
            <a:avLst/>
          </a:prstGeom>
          <a:ln>
            <a:solidFill>
              <a:schemeClr val="accent1">
                <a:alpha val="61312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491E6E1-B976-AC09-FEDF-5D90E0A321D9}"/>
              </a:ext>
            </a:extLst>
          </p:cNvPr>
          <p:cNvCxnSpPr>
            <a:cxnSpLocks/>
          </p:cNvCxnSpPr>
          <p:nvPr/>
        </p:nvCxnSpPr>
        <p:spPr>
          <a:xfrm>
            <a:off x="10286179" y="4767131"/>
            <a:ext cx="643278" cy="755555"/>
          </a:xfrm>
          <a:prstGeom prst="straightConnector1">
            <a:avLst/>
          </a:prstGeom>
          <a:ln>
            <a:solidFill>
              <a:schemeClr val="accent1">
                <a:alpha val="61312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7F9B4624-C78B-73B0-2FE4-E96DEABED908}"/>
              </a:ext>
            </a:extLst>
          </p:cNvPr>
          <p:cNvSpPr/>
          <p:nvPr/>
        </p:nvSpPr>
        <p:spPr>
          <a:xfrm>
            <a:off x="10740970" y="5522686"/>
            <a:ext cx="399143" cy="384629"/>
          </a:xfrm>
          <a:custGeom>
            <a:avLst/>
            <a:gdLst>
              <a:gd name="csX0" fmla="*/ 0 w 399143"/>
              <a:gd name="csY0" fmla="*/ 192315 h 384629"/>
              <a:gd name="csX1" fmla="*/ 199572 w 399143"/>
              <a:gd name="csY1" fmla="*/ 0 h 384629"/>
              <a:gd name="csX2" fmla="*/ 399144 w 399143"/>
              <a:gd name="csY2" fmla="*/ 192315 h 384629"/>
              <a:gd name="csX3" fmla="*/ 199572 w 399143"/>
              <a:gd name="csY3" fmla="*/ 384630 h 384629"/>
              <a:gd name="csX4" fmla="*/ 0 w 399143"/>
              <a:gd name="csY4" fmla="*/ 192315 h 384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143" h="384629" extrusionOk="0">
                <a:moveTo>
                  <a:pt x="0" y="192315"/>
                </a:moveTo>
                <a:cubicBezTo>
                  <a:pt x="-1446" y="85210"/>
                  <a:pt x="79845" y="3568"/>
                  <a:pt x="199572" y="0"/>
                </a:cubicBezTo>
                <a:cubicBezTo>
                  <a:pt x="326397" y="3496"/>
                  <a:pt x="382749" y="86623"/>
                  <a:pt x="399144" y="192315"/>
                </a:cubicBezTo>
                <a:cubicBezTo>
                  <a:pt x="385962" y="311401"/>
                  <a:pt x="306721" y="401611"/>
                  <a:pt x="199572" y="384630"/>
                </a:cubicBezTo>
                <a:cubicBezTo>
                  <a:pt x="76919" y="377828"/>
                  <a:pt x="13728" y="305087"/>
                  <a:pt x="0" y="192315"/>
                </a:cubicBezTo>
                <a:close/>
              </a:path>
            </a:pathLst>
          </a:custGeom>
          <a:noFill/>
          <a:ln>
            <a:solidFill>
              <a:schemeClr val="accent6">
                <a:lumMod val="75000"/>
                <a:alpha val="37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5718">
              <a:srgbClr val="FF0000">
                <a:alpha val="30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F97991E-297D-AD64-CB3F-782024CB7169}"/>
              </a:ext>
            </a:extLst>
          </p:cNvPr>
          <p:cNvSpPr/>
          <p:nvPr/>
        </p:nvSpPr>
        <p:spPr>
          <a:xfrm>
            <a:off x="10048282" y="4540084"/>
            <a:ext cx="262369" cy="255679"/>
          </a:xfrm>
          <a:custGeom>
            <a:avLst/>
            <a:gdLst>
              <a:gd name="csX0" fmla="*/ 0 w 262369"/>
              <a:gd name="csY0" fmla="*/ 127840 h 255679"/>
              <a:gd name="csX1" fmla="*/ 131185 w 262369"/>
              <a:gd name="csY1" fmla="*/ 0 h 255679"/>
              <a:gd name="csX2" fmla="*/ 262370 w 262369"/>
              <a:gd name="csY2" fmla="*/ 127840 h 255679"/>
              <a:gd name="csX3" fmla="*/ 131185 w 262369"/>
              <a:gd name="csY3" fmla="*/ 255680 h 255679"/>
              <a:gd name="csX4" fmla="*/ 0 w 262369"/>
              <a:gd name="csY4" fmla="*/ 127840 h 255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2369" h="255679" extrusionOk="0">
                <a:moveTo>
                  <a:pt x="0" y="127840"/>
                </a:moveTo>
                <a:cubicBezTo>
                  <a:pt x="-10623" y="50684"/>
                  <a:pt x="46063" y="4756"/>
                  <a:pt x="131185" y="0"/>
                </a:cubicBezTo>
                <a:cubicBezTo>
                  <a:pt x="205948" y="487"/>
                  <a:pt x="249693" y="57639"/>
                  <a:pt x="262370" y="127840"/>
                </a:cubicBezTo>
                <a:cubicBezTo>
                  <a:pt x="256796" y="203888"/>
                  <a:pt x="202853" y="260009"/>
                  <a:pt x="131185" y="255680"/>
                </a:cubicBezTo>
                <a:cubicBezTo>
                  <a:pt x="51966" y="251977"/>
                  <a:pt x="2833" y="199798"/>
                  <a:pt x="0" y="127840"/>
                </a:cubicBezTo>
                <a:close/>
              </a:path>
            </a:pathLst>
          </a:custGeom>
          <a:noFill/>
          <a:ln>
            <a:solidFill>
              <a:schemeClr val="accent6">
                <a:lumMod val="75000"/>
                <a:alpha val="37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5718">
              <a:srgbClr val="FF0000">
                <a:alpha val="30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8B71FB3-81BB-6F7C-4C77-AFE8FF4F3D81}"/>
              </a:ext>
            </a:extLst>
          </p:cNvPr>
          <p:cNvSpPr/>
          <p:nvPr/>
        </p:nvSpPr>
        <p:spPr>
          <a:xfrm>
            <a:off x="10116599" y="6133894"/>
            <a:ext cx="262369" cy="255679"/>
          </a:xfrm>
          <a:custGeom>
            <a:avLst/>
            <a:gdLst>
              <a:gd name="csX0" fmla="*/ 0 w 262369"/>
              <a:gd name="csY0" fmla="*/ 127840 h 255679"/>
              <a:gd name="csX1" fmla="*/ 131185 w 262369"/>
              <a:gd name="csY1" fmla="*/ 0 h 255679"/>
              <a:gd name="csX2" fmla="*/ 262370 w 262369"/>
              <a:gd name="csY2" fmla="*/ 127840 h 255679"/>
              <a:gd name="csX3" fmla="*/ 131185 w 262369"/>
              <a:gd name="csY3" fmla="*/ 255680 h 255679"/>
              <a:gd name="csX4" fmla="*/ 0 w 262369"/>
              <a:gd name="csY4" fmla="*/ 127840 h 255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2369" h="255679" extrusionOk="0">
                <a:moveTo>
                  <a:pt x="0" y="127840"/>
                </a:moveTo>
                <a:cubicBezTo>
                  <a:pt x="-10623" y="50684"/>
                  <a:pt x="46063" y="4756"/>
                  <a:pt x="131185" y="0"/>
                </a:cubicBezTo>
                <a:cubicBezTo>
                  <a:pt x="205948" y="487"/>
                  <a:pt x="249693" y="57639"/>
                  <a:pt x="262370" y="127840"/>
                </a:cubicBezTo>
                <a:cubicBezTo>
                  <a:pt x="256796" y="203888"/>
                  <a:pt x="202853" y="260009"/>
                  <a:pt x="131185" y="255680"/>
                </a:cubicBezTo>
                <a:cubicBezTo>
                  <a:pt x="51966" y="251977"/>
                  <a:pt x="2833" y="199798"/>
                  <a:pt x="0" y="127840"/>
                </a:cubicBezTo>
                <a:close/>
              </a:path>
            </a:pathLst>
          </a:custGeom>
          <a:noFill/>
          <a:ln>
            <a:solidFill>
              <a:schemeClr val="accent6">
                <a:lumMod val="75000"/>
                <a:alpha val="37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0C238C-8D51-7802-0004-A510CC35E2E6}"/>
              </a:ext>
            </a:extLst>
          </p:cNvPr>
          <p:cNvSpPr txBox="1"/>
          <p:nvPr/>
        </p:nvSpPr>
        <p:spPr>
          <a:xfrm>
            <a:off x="10924035" y="5981904"/>
            <a:ext cx="986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B99073D-412F-5757-4923-13E361E9ED33}"/>
              </a:ext>
            </a:extLst>
          </p:cNvPr>
          <p:cNvCxnSpPr>
            <a:cxnSpLocks/>
            <a:stCxn id="82" idx="1"/>
          </p:cNvCxnSpPr>
          <p:nvPr/>
        </p:nvCxnSpPr>
        <p:spPr>
          <a:xfrm flipH="1" flipV="1">
            <a:off x="10419545" y="6261733"/>
            <a:ext cx="504490" cy="12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B230B08F-3622-7AC8-84D2-DC2D6C136EC3}"/>
              </a:ext>
            </a:extLst>
          </p:cNvPr>
          <p:cNvSpPr/>
          <p:nvPr/>
        </p:nvSpPr>
        <p:spPr>
          <a:xfrm>
            <a:off x="8634248" y="4288222"/>
            <a:ext cx="516325" cy="426554"/>
          </a:xfrm>
          <a:custGeom>
            <a:avLst/>
            <a:gdLst>
              <a:gd name="csX0" fmla="*/ 0 w 516325"/>
              <a:gd name="csY0" fmla="*/ 213277 h 426554"/>
              <a:gd name="csX1" fmla="*/ 258163 w 516325"/>
              <a:gd name="csY1" fmla="*/ 0 h 426554"/>
              <a:gd name="csX2" fmla="*/ 516326 w 516325"/>
              <a:gd name="csY2" fmla="*/ 213277 h 426554"/>
              <a:gd name="csX3" fmla="*/ 258163 w 516325"/>
              <a:gd name="csY3" fmla="*/ 426554 h 426554"/>
              <a:gd name="csX4" fmla="*/ 0 w 516325"/>
              <a:gd name="csY4" fmla="*/ 213277 h 426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6325" h="426554" extrusionOk="0">
                <a:moveTo>
                  <a:pt x="0" y="213277"/>
                </a:moveTo>
                <a:cubicBezTo>
                  <a:pt x="-3747" y="93176"/>
                  <a:pt x="94838" y="7786"/>
                  <a:pt x="258163" y="0"/>
                </a:cubicBezTo>
                <a:cubicBezTo>
                  <a:pt x="408473" y="1627"/>
                  <a:pt x="511869" y="95629"/>
                  <a:pt x="516326" y="213277"/>
                </a:cubicBezTo>
                <a:cubicBezTo>
                  <a:pt x="500359" y="346660"/>
                  <a:pt x="399215" y="434992"/>
                  <a:pt x="258163" y="426554"/>
                </a:cubicBezTo>
                <a:cubicBezTo>
                  <a:pt x="101207" y="418688"/>
                  <a:pt x="14344" y="337921"/>
                  <a:pt x="0" y="213277"/>
                </a:cubicBezTo>
                <a:close/>
              </a:path>
            </a:pathLst>
          </a:custGeom>
          <a:noFill/>
          <a:ln>
            <a:solidFill>
              <a:schemeClr val="accent6">
                <a:lumMod val="75000"/>
                <a:alpha val="37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glow rad="45718">
              <a:srgbClr val="00B0F0">
                <a:alpha val="60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9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2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F44AB-154B-EF67-2545-7177E44F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ack circle on a green and white checkered surface&#10;&#10;AI-generated content may be incorrect.">
            <a:extLst>
              <a:ext uri="{FF2B5EF4-FFF2-40B4-BE49-F238E27FC236}">
                <a16:creationId xmlns:a16="http://schemas.microsoft.com/office/drawing/2014/main" id="{53104BB4-7DA8-D159-F6CD-919063EF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05" t="6041" b="891"/>
          <a:stretch>
            <a:fillRect/>
          </a:stretch>
        </p:blipFill>
        <p:spPr>
          <a:xfrm>
            <a:off x="53099" y="59633"/>
            <a:ext cx="6159258" cy="331701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7" name="Picture 16" descr="A grid with numbers and squares&#10;&#10;AI-generated content may be incorrect.">
            <a:extLst>
              <a:ext uri="{FF2B5EF4-FFF2-40B4-BE49-F238E27FC236}">
                <a16:creationId xmlns:a16="http://schemas.microsoft.com/office/drawing/2014/main" id="{ACB015A3-7B1B-6325-5AA9-34B074D4DC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1" r="1396" b="5459"/>
          <a:stretch>
            <a:fillRect/>
          </a:stretch>
        </p:blipFill>
        <p:spPr>
          <a:xfrm>
            <a:off x="80256" y="3493370"/>
            <a:ext cx="4732591" cy="3252640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23" name="Picture 22" descr="A grid with numbers and letters&#10;&#10;AI-generated content may be incorrect.">
            <a:extLst>
              <a:ext uri="{FF2B5EF4-FFF2-40B4-BE49-F238E27FC236}">
                <a16:creationId xmlns:a16="http://schemas.microsoft.com/office/drawing/2014/main" id="{4E02C9BB-F62E-6640-811E-32180F787B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405" t="5488" r="4043" b="1297"/>
          <a:stretch>
            <a:fillRect/>
          </a:stretch>
        </p:blipFill>
        <p:spPr>
          <a:xfrm>
            <a:off x="6330591" y="55970"/>
            <a:ext cx="5765654" cy="3320673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CD2AE3FF-BD88-CDDE-20D9-831DBC2B3F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464"/>
          <a:stretch>
            <a:fillRect/>
          </a:stretch>
        </p:blipFill>
        <p:spPr>
          <a:xfrm>
            <a:off x="7909269" y="3493371"/>
            <a:ext cx="4207021" cy="3252640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0D094D4-6692-A053-4255-4EA090992951}"/>
              </a:ext>
            </a:extLst>
          </p:cNvPr>
          <p:cNvSpPr txBox="1"/>
          <p:nvPr/>
        </p:nvSpPr>
        <p:spPr>
          <a:xfrm>
            <a:off x="53099" y="59633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B245B7-D326-D99E-39E5-7D85A0783CD4}"/>
              </a:ext>
            </a:extLst>
          </p:cNvPr>
          <p:cNvSpPr txBox="1"/>
          <p:nvPr/>
        </p:nvSpPr>
        <p:spPr>
          <a:xfrm>
            <a:off x="6330591" y="59633"/>
            <a:ext cx="548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B87F8E-D9EF-49A0-430D-9DC3E0EFFCD6}"/>
              </a:ext>
            </a:extLst>
          </p:cNvPr>
          <p:cNvSpPr txBox="1"/>
          <p:nvPr/>
        </p:nvSpPr>
        <p:spPr>
          <a:xfrm>
            <a:off x="76473" y="3376643"/>
            <a:ext cx="503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EB778E-C648-5152-9330-E45AACA5F186}"/>
              </a:ext>
            </a:extLst>
          </p:cNvPr>
          <p:cNvSpPr txBox="1"/>
          <p:nvPr/>
        </p:nvSpPr>
        <p:spPr>
          <a:xfrm>
            <a:off x="7952072" y="3376644"/>
            <a:ext cx="548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80F33B4-0BE3-63E8-B71B-BEA604046EDB}"/>
              </a:ext>
            </a:extLst>
          </p:cNvPr>
          <p:cNvSpPr/>
          <p:nvPr/>
        </p:nvSpPr>
        <p:spPr>
          <a:xfrm>
            <a:off x="8800950" y="5696596"/>
            <a:ext cx="399143" cy="384629"/>
          </a:xfrm>
          <a:custGeom>
            <a:avLst/>
            <a:gdLst>
              <a:gd name="csX0" fmla="*/ 0 w 399143"/>
              <a:gd name="csY0" fmla="*/ 192315 h 384629"/>
              <a:gd name="csX1" fmla="*/ 199572 w 399143"/>
              <a:gd name="csY1" fmla="*/ 0 h 384629"/>
              <a:gd name="csX2" fmla="*/ 399144 w 399143"/>
              <a:gd name="csY2" fmla="*/ 192315 h 384629"/>
              <a:gd name="csX3" fmla="*/ 199572 w 399143"/>
              <a:gd name="csY3" fmla="*/ 384630 h 384629"/>
              <a:gd name="csX4" fmla="*/ 0 w 399143"/>
              <a:gd name="csY4" fmla="*/ 192315 h 384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143" h="384629" extrusionOk="0">
                <a:moveTo>
                  <a:pt x="0" y="192315"/>
                </a:moveTo>
                <a:cubicBezTo>
                  <a:pt x="-1446" y="85210"/>
                  <a:pt x="79845" y="3568"/>
                  <a:pt x="199572" y="0"/>
                </a:cubicBezTo>
                <a:cubicBezTo>
                  <a:pt x="326397" y="3496"/>
                  <a:pt x="382749" y="86623"/>
                  <a:pt x="399144" y="192315"/>
                </a:cubicBezTo>
                <a:cubicBezTo>
                  <a:pt x="385962" y="311401"/>
                  <a:pt x="306721" y="401611"/>
                  <a:pt x="199572" y="384630"/>
                </a:cubicBezTo>
                <a:cubicBezTo>
                  <a:pt x="76919" y="377828"/>
                  <a:pt x="13728" y="305087"/>
                  <a:pt x="0" y="192315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7381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25DE68-D168-5D41-1992-63B477276133}"/>
              </a:ext>
            </a:extLst>
          </p:cNvPr>
          <p:cNvCxnSpPr>
            <a:cxnSpLocks/>
            <a:endCxn id="38" idx="7"/>
          </p:cNvCxnSpPr>
          <p:nvPr/>
        </p:nvCxnSpPr>
        <p:spPr>
          <a:xfrm flipH="1">
            <a:off x="9141640" y="4833157"/>
            <a:ext cx="924949" cy="919767"/>
          </a:xfrm>
          <a:prstGeom prst="straightConnector1">
            <a:avLst/>
          </a:prstGeom>
          <a:ln>
            <a:solidFill>
              <a:schemeClr val="accent1">
                <a:alpha val="61312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B4C7AC-33AA-B391-A1C4-C1EEC510DE96}"/>
              </a:ext>
            </a:extLst>
          </p:cNvPr>
          <p:cNvCxnSpPr>
            <a:cxnSpLocks/>
            <a:stCxn id="79" idx="2"/>
            <a:endCxn id="38" idx="6"/>
          </p:cNvCxnSpPr>
          <p:nvPr/>
        </p:nvCxnSpPr>
        <p:spPr>
          <a:xfrm flipH="1">
            <a:off x="9200093" y="5763265"/>
            <a:ext cx="1529792" cy="125646"/>
          </a:xfrm>
          <a:prstGeom prst="straightConnector1">
            <a:avLst/>
          </a:prstGeom>
          <a:ln>
            <a:solidFill>
              <a:schemeClr val="accent1">
                <a:alpha val="61312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853946-3A97-EE24-9BF6-0228A1FB51A0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10286179" y="4767131"/>
            <a:ext cx="643278" cy="803819"/>
          </a:xfrm>
          <a:prstGeom prst="straightConnector1">
            <a:avLst/>
          </a:prstGeom>
          <a:ln>
            <a:solidFill>
              <a:schemeClr val="accent1">
                <a:alpha val="61312"/>
              </a:schemeClr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27EF0CB6-A807-2C67-9FB2-CE7E48F85358}"/>
              </a:ext>
            </a:extLst>
          </p:cNvPr>
          <p:cNvSpPr/>
          <p:nvPr/>
        </p:nvSpPr>
        <p:spPr>
          <a:xfrm>
            <a:off x="10729885" y="5570950"/>
            <a:ext cx="399143" cy="384629"/>
          </a:xfrm>
          <a:custGeom>
            <a:avLst/>
            <a:gdLst>
              <a:gd name="csX0" fmla="*/ 0 w 399143"/>
              <a:gd name="csY0" fmla="*/ 192315 h 384629"/>
              <a:gd name="csX1" fmla="*/ 199572 w 399143"/>
              <a:gd name="csY1" fmla="*/ 0 h 384629"/>
              <a:gd name="csX2" fmla="*/ 399144 w 399143"/>
              <a:gd name="csY2" fmla="*/ 192315 h 384629"/>
              <a:gd name="csX3" fmla="*/ 199572 w 399143"/>
              <a:gd name="csY3" fmla="*/ 384630 h 384629"/>
              <a:gd name="csX4" fmla="*/ 0 w 399143"/>
              <a:gd name="csY4" fmla="*/ 192315 h 384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9143" h="384629" extrusionOk="0">
                <a:moveTo>
                  <a:pt x="0" y="192315"/>
                </a:moveTo>
                <a:cubicBezTo>
                  <a:pt x="-1446" y="85210"/>
                  <a:pt x="79845" y="3568"/>
                  <a:pt x="199572" y="0"/>
                </a:cubicBezTo>
                <a:cubicBezTo>
                  <a:pt x="326397" y="3496"/>
                  <a:pt x="382749" y="86623"/>
                  <a:pt x="399144" y="192315"/>
                </a:cubicBezTo>
                <a:cubicBezTo>
                  <a:pt x="385962" y="311401"/>
                  <a:pt x="306721" y="401611"/>
                  <a:pt x="199572" y="384630"/>
                </a:cubicBezTo>
                <a:cubicBezTo>
                  <a:pt x="76919" y="377828"/>
                  <a:pt x="13728" y="305087"/>
                  <a:pt x="0" y="192315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7381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120A324-F3BC-A71B-75A2-C1C29C84C746}"/>
              </a:ext>
            </a:extLst>
          </p:cNvPr>
          <p:cNvSpPr/>
          <p:nvPr/>
        </p:nvSpPr>
        <p:spPr>
          <a:xfrm>
            <a:off x="10042121" y="4580138"/>
            <a:ext cx="262369" cy="255679"/>
          </a:xfrm>
          <a:custGeom>
            <a:avLst/>
            <a:gdLst>
              <a:gd name="csX0" fmla="*/ 0 w 262369"/>
              <a:gd name="csY0" fmla="*/ 127840 h 255679"/>
              <a:gd name="csX1" fmla="*/ 131185 w 262369"/>
              <a:gd name="csY1" fmla="*/ 0 h 255679"/>
              <a:gd name="csX2" fmla="*/ 262370 w 262369"/>
              <a:gd name="csY2" fmla="*/ 127840 h 255679"/>
              <a:gd name="csX3" fmla="*/ 131185 w 262369"/>
              <a:gd name="csY3" fmla="*/ 255680 h 255679"/>
              <a:gd name="csX4" fmla="*/ 0 w 262369"/>
              <a:gd name="csY4" fmla="*/ 127840 h 255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2369" h="255679" extrusionOk="0">
                <a:moveTo>
                  <a:pt x="0" y="127840"/>
                </a:moveTo>
                <a:cubicBezTo>
                  <a:pt x="-10623" y="50684"/>
                  <a:pt x="46063" y="4756"/>
                  <a:pt x="131185" y="0"/>
                </a:cubicBezTo>
                <a:cubicBezTo>
                  <a:pt x="205948" y="487"/>
                  <a:pt x="249693" y="57639"/>
                  <a:pt x="262370" y="127840"/>
                </a:cubicBezTo>
                <a:cubicBezTo>
                  <a:pt x="256796" y="203888"/>
                  <a:pt x="202853" y="260009"/>
                  <a:pt x="131185" y="255680"/>
                </a:cubicBezTo>
                <a:cubicBezTo>
                  <a:pt x="51966" y="251977"/>
                  <a:pt x="2833" y="199798"/>
                  <a:pt x="0" y="12784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7381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2BFD904-3D4E-1121-EF67-3AC40413096B}"/>
              </a:ext>
            </a:extLst>
          </p:cNvPr>
          <p:cNvSpPr/>
          <p:nvPr/>
        </p:nvSpPr>
        <p:spPr>
          <a:xfrm>
            <a:off x="10100300" y="6189621"/>
            <a:ext cx="262369" cy="255679"/>
          </a:xfrm>
          <a:custGeom>
            <a:avLst/>
            <a:gdLst>
              <a:gd name="csX0" fmla="*/ 0 w 262369"/>
              <a:gd name="csY0" fmla="*/ 127840 h 255679"/>
              <a:gd name="csX1" fmla="*/ 131185 w 262369"/>
              <a:gd name="csY1" fmla="*/ 0 h 255679"/>
              <a:gd name="csX2" fmla="*/ 262370 w 262369"/>
              <a:gd name="csY2" fmla="*/ 127840 h 255679"/>
              <a:gd name="csX3" fmla="*/ 131185 w 262369"/>
              <a:gd name="csY3" fmla="*/ 255680 h 255679"/>
              <a:gd name="csX4" fmla="*/ 0 w 262369"/>
              <a:gd name="csY4" fmla="*/ 127840 h 255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2369" h="255679" extrusionOk="0">
                <a:moveTo>
                  <a:pt x="0" y="127840"/>
                </a:moveTo>
                <a:cubicBezTo>
                  <a:pt x="-10623" y="50684"/>
                  <a:pt x="46063" y="4756"/>
                  <a:pt x="131185" y="0"/>
                </a:cubicBezTo>
                <a:cubicBezTo>
                  <a:pt x="205948" y="487"/>
                  <a:pt x="249693" y="57639"/>
                  <a:pt x="262370" y="127840"/>
                </a:cubicBezTo>
                <a:cubicBezTo>
                  <a:pt x="256796" y="203888"/>
                  <a:pt x="202853" y="260009"/>
                  <a:pt x="131185" y="255680"/>
                </a:cubicBezTo>
                <a:cubicBezTo>
                  <a:pt x="51966" y="251977"/>
                  <a:pt x="2833" y="199798"/>
                  <a:pt x="0" y="127840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7381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CC4E3A-95F2-974B-1004-38C63A3A78A8}"/>
              </a:ext>
            </a:extLst>
          </p:cNvPr>
          <p:cNvSpPr txBox="1"/>
          <p:nvPr/>
        </p:nvSpPr>
        <p:spPr>
          <a:xfrm>
            <a:off x="10857957" y="6025073"/>
            <a:ext cx="986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2EB6468-DF5A-276E-8D2D-350566754E78}"/>
              </a:ext>
            </a:extLst>
          </p:cNvPr>
          <p:cNvCxnSpPr>
            <a:cxnSpLocks/>
            <a:stCxn id="82" idx="1"/>
            <a:endCxn id="81" idx="6"/>
          </p:cNvCxnSpPr>
          <p:nvPr/>
        </p:nvCxnSpPr>
        <p:spPr>
          <a:xfrm flipH="1">
            <a:off x="10362669" y="6317461"/>
            <a:ext cx="4952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B885BA88-7CA6-9345-EE89-023D7B841432}"/>
              </a:ext>
            </a:extLst>
          </p:cNvPr>
          <p:cNvSpPr/>
          <p:nvPr/>
        </p:nvSpPr>
        <p:spPr>
          <a:xfrm>
            <a:off x="8616774" y="4348694"/>
            <a:ext cx="516325" cy="426554"/>
          </a:xfrm>
          <a:custGeom>
            <a:avLst/>
            <a:gdLst>
              <a:gd name="csX0" fmla="*/ 0 w 516325"/>
              <a:gd name="csY0" fmla="*/ 213277 h 426554"/>
              <a:gd name="csX1" fmla="*/ 258163 w 516325"/>
              <a:gd name="csY1" fmla="*/ 0 h 426554"/>
              <a:gd name="csX2" fmla="*/ 516326 w 516325"/>
              <a:gd name="csY2" fmla="*/ 213277 h 426554"/>
              <a:gd name="csX3" fmla="*/ 258163 w 516325"/>
              <a:gd name="csY3" fmla="*/ 426554 h 426554"/>
              <a:gd name="csX4" fmla="*/ 0 w 516325"/>
              <a:gd name="csY4" fmla="*/ 213277 h 426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16325" h="426554" extrusionOk="0">
                <a:moveTo>
                  <a:pt x="0" y="213277"/>
                </a:moveTo>
                <a:cubicBezTo>
                  <a:pt x="-3747" y="93176"/>
                  <a:pt x="94838" y="7786"/>
                  <a:pt x="258163" y="0"/>
                </a:cubicBezTo>
                <a:cubicBezTo>
                  <a:pt x="408473" y="1627"/>
                  <a:pt x="511869" y="95629"/>
                  <a:pt x="516326" y="213277"/>
                </a:cubicBezTo>
                <a:cubicBezTo>
                  <a:pt x="500359" y="346660"/>
                  <a:pt x="399215" y="434992"/>
                  <a:pt x="258163" y="426554"/>
                </a:cubicBezTo>
                <a:cubicBezTo>
                  <a:pt x="101207" y="418688"/>
                  <a:pt x="14344" y="337921"/>
                  <a:pt x="0" y="213277"/>
                </a:cubicBezTo>
                <a:close/>
              </a:path>
            </a:pathLst>
          </a:custGeom>
          <a:noFill/>
          <a:ln>
            <a:solidFill>
              <a:srgbClr val="FFFF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outerShdw blurRad="63500" sx="102000" sy="102000" algn="ctr" rotWithShape="0">
              <a:prstClr val="black">
                <a:alpha val="47381"/>
              </a:prstClr>
            </a:outerShd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819C723C-F200-ACB7-F510-09FA7624C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4064" y="3481357"/>
            <a:ext cx="3377471" cy="325431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62142"/>
              </a:prstClr>
            </a:outerShdw>
          </a:effectLst>
        </p:spPr>
      </p:pic>
      <p:pic>
        <p:nvPicPr>
          <p:cNvPr id="9" name="Picture 8" descr="A screenshot of a game&#10;&#10;AI-generated content may be incorrect.">
            <a:extLst>
              <a:ext uri="{FF2B5EF4-FFF2-40B4-BE49-F238E27FC236}">
                <a16:creationId xmlns:a16="http://schemas.microsoft.com/office/drawing/2014/main" id="{CF619987-91E2-A171-1263-BB6B4139E53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063" t="16741" r="30270" b="34611"/>
          <a:stretch>
            <a:fillRect/>
          </a:stretch>
        </p:blipFill>
        <p:spPr>
          <a:xfrm>
            <a:off x="9964989" y="1532965"/>
            <a:ext cx="2063405" cy="1839701"/>
          </a:xfrm>
          <a:prstGeom prst="ellipse">
            <a:avLst/>
          </a:prstGeom>
          <a:ln>
            <a:noFill/>
          </a:ln>
          <a:effectLst>
            <a:glow rad="63500">
              <a:schemeClr val="tx1">
                <a:lumMod val="95000"/>
                <a:lumOff val="5000"/>
                <a:alpha val="25498"/>
              </a:schemeClr>
            </a:glow>
            <a:outerShdw blurRad="492532" dist="103542" dir="5340000" sx="99403" sy="99403" algn="ctr" rotWithShape="0">
              <a:srgbClr val="000000">
                <a:alpha val="52802"/>
              </a:srgbClr>
            </a:outerShdw>
            <a:softEdge rad="18694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D199C18-7D96-B657-E587-3842E026A579}"/>
              </a:ext>
            </a:extLst>
          </p:cNvPr>
          <p:cNvSpPr/>
          <p:nvPr/>
        </p:nvSpPr>
        <p:spPr>
          <a:xfrm>
            <a:off x="8598463" y="1022223"/>
            <a:ext cx="865019" cy="567849"/>
          </a:xfrm>
          <a:prstGeom prst="ellipse">
            <a:avLst/>
          </a:prstGeom>
          <a:solidFill>
            <a:schemeClr val="accent6">
              <a:alpha val="38137"/>
            </a:schemeClr>
          </a:solidFill>
          <a:ln>
            <a:solidFill>
              <a:schemeClr val="accent6">
                <a:shade val="15000"/>
                <a:alpha val="62973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92272D-5D37-EF1E-64F2-9A021098D07E}"/>
              </a:ext>
            </a:extLst>
          </p:cNvPr>
          <p:cNvCxnSpPr>
            <a:cxnSpLocks/>
            <a:endCxn id="8" idx="6"/>
          </p:cNvCxnSpPr>
          <p:nvPr/>
        </p:nvCxnSpPr>
        <p:spPr>
          <a:xfrm flipH="1" flipV="1">
            <a:off x="9463482" y="1306148"/>
            <a:ext cx="822697" cy="388637"/>
          </a:xfrm>
          <a:prstGeom prst="line">
            <a:avLst/>
          </a:prstGeom>
          <a:ln w="38100" cmpd="sng">
            <a:solidFill>
              <a:schemeClr val="accent6">
                <a:lumMod val="75000"/>
              </a:schemeClr>
            </a:solidFill>
            <a:prstDash val="sysDot"/>
            <a:headEnd type="stealth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09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</Words>
  <Application>Microsoft Macintosh PowerPoint</Application>
  <PresentationFormat>Widescreen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 Giacomossi</dc:creator>
  <cp:lastModifiedBy>Luiz Giacomossi</cp:lastModifiedBy>
  <cp:revision>6</cp:revision>
  <dcterms:created xsi:type="dcterms:W3CDTF">2026-01-08T16:46:16Z</dcterms:created>
  <dcterms:modified xsi:type="dcterms:W3CDTF">2026-01-08T17:28:33Z</dcterms:modified>
</cp:coreProperties>
</file>